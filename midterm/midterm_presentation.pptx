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007dc6a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007dc6a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28de47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28de47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928de47b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928de47b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7750"/>
            <a:ext cx="8520600" cy="13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of soft joint: tendon-driven meta-material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5600" y="1588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Feng Xu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250" y="2261856"/>
            <a:ext cx="59436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595100" y="4363884"/>
            <a:ext cx="6081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1. Test print metamaterial with; a) one tendon b) tendon actuated c) three tendons  d) one of the tendons actuated.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65225"/>
            <a:ext cx="2296749" cy="11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 flipH="1">
            <a:off x="-8" y="4638015"/>
            <a:ext cx="2981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Flexipod Boxi, et. al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150" y="1588175"/>
            <a:ext cx="1539174" cy="18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with E</a:t>
            </a:r>
            <a:r>
              <a:rPr lang="en"/>
              <a:t>xplicit</a:t>
            </a:r>
            <a:r>
              <a:rPr lang="en"/>
              <a:t> Euler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25" y="1017725"/>
            <a:ext cx="9001150" cy="23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92800" y="3647050"/>
            <a:ext cx="83415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2: Simulation based on CUDA on soft metamaterial in real time for tendon driven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968200" y="4200325"/>
            <a:ext cx="7190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Fail for large dt, k or small m. So try to simulate with </a:t>
            </a:r>
            <a:r>
              <a:rPr lang="en" sz="1800">
                <a:solidFill>
                  <a:schemeClr val="dk2"/>
                </a:solidFill>
              </a:rPr>
              <a:t>implicit</a:t>
            </a:r>
            <a:r>
              <a:rPr lang="en" sz="1800">
                <a:solidFill>
                  <a:schemeClr val="dk2"/>
                </a:solidFill>
              </a:rPr>
              <a:t> Euler.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3200775" cy="241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1977" y="0"/>
            <a:ext cx="3482124" cy="26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Figure_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264" y="0"/>
            <a:ext cx="3611874" cy="272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Figure_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571750"/>
            <a:ext cx="3406302" cy="257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Figure_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43625" y="2543148"/>
            <a:ext cx="3406299" cy="257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Figure_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3531" y="2629000"/>
            <a:ext cx="3330468" cy="251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906975" y="4039625"/>
            <a:ext cx="77739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Next Step: Add links and analyze the angle between links/explore a faster </a:t>
            </a:r>
            <a:r>
              <a:rPr lang="en" sz="1800">
                <a:solidFill>
                  <a:schemeClr val="dk2"/>
                </a:solidFill>
              </a:rPr>
              <a:t>implicit</a:t>
            </a:r>
            <a:r>
              <a:rPr lang="en" sz="1800">
                <a:solidFill>
                  <a:schemeClr val="dk2"/>
                </a:solidFill>
              </a:rPr>
              <a:t> method(projective dynamics)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Anticipated final outcome: the mapping from string length to joint angle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4" name="Google Shape;84;p16" title="Figure_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98176" cy="339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Figure_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950" y="0"/>
            <a:ext cx="5498050" cy="32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